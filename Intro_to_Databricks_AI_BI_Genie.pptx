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F98F-E2E8-867E-F639-9D7AAE3FB4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A10D91-7A6F-17BE-0673-BB573AD19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81B97-B240-BD8C-BA73-AB8275CFF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A3244-20F1-E7B7-E3A9-EFCAFE67A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5B59E-7FEA-8D9E-5BBE-728A74A1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314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2A222-0FDC-038C-0DFD-A8575726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E7C1A-6082-9C59-BDCD-055850ED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A4485-62EF-2350-4E31-4F7DE0836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5DD97-5568-F6A2-FE4C-5420BF912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3B230-0C36-4BFF-0CC8-136B1CFA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47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5AB9C-9254-C3F5-27F1-811C8EBA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9F85A-3BD8-0BEF-684E-A06E928BD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F62A-BDBE-2BFC-00A5-DA9808384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B35E2-796C-21E8-15A5-0C34DD6E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0E387-CD2C-EB68-75C6-C55019FDF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68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E402-3C9A-D33F-C197-E794FE44A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593D-7C4A-2542-9E0D-F2D4EC669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12D686-E2F5-6E8F-F5A3-1A4CA48F0A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4C76BD-53DF-E578-537A-38695012A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14E4DC-B596-1325-419A-CB7274C50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066B50-DA68-DD77-872F-0A2A3B83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12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713E3-6EC8-E5D9-2F4B-ECBD6182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E08C1-8DAF-B7D1-9EA6-0734738F4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06380-BC52-AC80-20DC-58950CF38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1E2AE-0F43-78B4-C9F1-CCDD186B4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4F7C1C-7573-4A2B-A100-90E4040ED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FABCC5-6ABA-BCFC-792D-97035C876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969F0-7996-2857-0E2B-82D0411D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C521D-C6E3-954F-2DF4-EF43E9E5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52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72B9-FAF4-CBA1-FF53-FBE14E4FB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D21729-975D-AAC7-7B75-2F90926A3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197407-21D0-A65F-5C2D-2D55F693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B4BF2-A81D-49E6-ED96-AFCB13CDF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02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35557F-C9F4-5758-71AC-7356E2EB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C0D445-6629-6E5C-3354-8BD69D17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91E63-3B38-45F9-709B-F4E0E027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23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9E1F-8E91-5F68-C4D6-D47CC6414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CF32-DEB4-0C23-76FF-B3D04F426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CB5CF-B1F7-5B65-68F3-3E631006E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13986-5D7B-5FA3-D113-0210A139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AC47E-091A-B10E-9937-5FF4929D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672BD-8020-70AD-DA0A-6492A8E3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00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3ED17-C40E-4018-A85B-8B2BB9BA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957F01-762E-0906-1C3F-CC0E75E26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F6BD2-A41B-EA2A-FD4D-3EDE8272F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DAC75-7812-5825-DEF2-07BBF37D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9E11C6-7B5C-67BF-DD6E-AC81DE44B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7A942-2C69-C7D3-A527-B73B4FD36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75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BEED-1615-678C-91AE-D2670F5F8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9FFEF-CB36-423A-422B-C617D206D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9BB29-4B08-FB4B-C99D-21F1C7DE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614DB-7DC2-D8EC-0DB8-C51C819A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DF005-4A51-E299-E48D-53A8984A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636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93F04A-F4EF-98F9-9FE6-35FADCEF1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DBEFA-5AC2-66D5-D7FB-689C1F7792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BCECF-70DF-11F3-A266-3C3309135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A9A99-868B-327F-5002-A6DD7EEE0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92F9B-41D0-AC93-F0DE-4FBA8779E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942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12B2C0-0B84-D9C3-52BC-29060596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C2FBE-C2B0-D602-76D2-E429CD7FF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B5CA3-8123-2CB5-F4C4-AD4A129360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A4747-13DC-471A-A85B-F9546B6FEA29}" type="datetimeFigureOut">
              <a:rPr lang="en-IN" smtClean="0"/>
              <a:t>2026-08-22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F9D57-2193-7C34-8716-3B43C1DE1A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7BD32-C06A-AD4E-AE2C-39FA8ED1D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488BA-846F-4250-91D5-DE4DF053E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760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23DA15B-AF65-73B9-F6F0-A835FA5C07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286" y="5083366"/>
            <a:ext cx="9144000" cy="1655762"/>
          </a:xfrm>
        </p:spPr>
        <p:txBody>
          <a:bodyPr/>
          <a:lstStyle/>
          <a:p>
            <a:r>
              <a:rPr lang="en-US" b="1" i="1" dirty="0"/>
              <a:t>Databricks AI/BI Genie</a:t>
            </a:r>
            <a:endParaRPr lang="en-IN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768DC8-2738-B3EE-1D26-A15BD0383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219" y="393192"/>
            <a:ext cx="8720134" cy="49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80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9031-25EF-DB90-35D9-FD49D743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AI/BI Genie for Data Insight Generation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0B7CA4-3647-9A2B-4428-27C5C2BF6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36765" y="1872730"/>
            <a:ext cx="6097713" cy="38110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237CA2-B7FE-303D-5E1B-039BE79F5E89}"/>
              </a:ext>
            </a:extLst>
          </p:cNvPr>
          <p:cNvSpPr txBox="1"/>
          <p:nvPr/>
        </p:nvSpPr>
        <p:spPr>
          <a:xfrm>
            <a:off x="190230" y="1639218"/>
            <a:ext cx="557886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Natural language to SQL:</a:t>
            </a:r>
            <a:r>
              <a:rPr lang="en-US" sz="1600" dirty="0"/>
              <a:t> Converts user questions into SQL queries automatically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Powered by Unity Catalog data:</a:t>
            </a:r>
            <a:r>
              <a:rPr lang="en-US" sz="1600" dirty="0"/>
              <a:t> Uses governed and trusted datasets for accurate insights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Context-aware insights:</a:t>
            </a:r>
            <a:r>
              <a:rPr lang="en-US" sz="1600" dirty="0"/>
              <a:t> Leverages metadata, relationships, and business context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No SQL expertise required:</a:t>
            </a:r>
            <a:r>
              <a:rPr lang="en-US" sz="1600" dirty="0"/>
              <a:t> Enables non-technical users to explore data easily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Interactive data exploration:</a:t>
            </a:r>
            <a:r>
              <a:rPr lang="en-US" sz="1600" dirty="0"/>
              <a:t> Allows users to refine queries and drill deeper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Faster decision-making:</a:t>
            </a:r>
            <a:r>
              <a:rPr lang="en-US" sz="1600" dirty="0"/>
              <a:t> Reduces time from question to insight</a:t>
            </a:r>
          </a:p>
        </p:txBody>
      </p:sp>
    </p:spTree>
    <p:extLst>
      <p:ext uri="{BB962C8B-B14F-4D97-AF65-F5344CB8AC3E}">
        <p14:creationId xmlns:p14="http://schemas.microsoft.com/office/powerpoint/2010/main" val="427531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EC9C-4B0B-859D-7EA7-D400DE06A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Some Best Practices</a:t>
            </a:r>
            <a:endParaRPr lang="en-IN" dirty="0"/>
          </a:p>
        </p:txBody>
      </p:sp>
      <p:pic>
        <p:nvPicPr>
          <p:cNvPr id="1026" name="Picture 2" descr="Diagram showing capabilities of the knowledge store.">
            <a:extLst>
              <a:ext uri="{FF2B5EF4-FFF2-40B4-BE49-F238E27FC236}">
                <a16:creationId xmlns:a16="http://schemas.microsoft.com/office/drawing/2014/main" id="{DEA84518-7668-441B-318B-8CEBCFEFD2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216" y="1325563"/>
            <a:ext cx="10515600" cy="423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A31D85-8706-9A25-167F-FE334F72EDF2}"/>
              </a:ext>
            </a:extLst>
          </p:cNvPr>
          <p:cNvSpPr txBox="1"/>
          <p:nvPr/>
        </p:nvSpPr>
        <p:spPr>
          <a:xfrm>
            <a:off x="3160160" y="5995442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/>
              <a:t>The better your data context and metadata, the more accurate and meaningful Genie’s insights become.</a:t>
            </a:r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860550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103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AI/BI Genie for Data Insight Generation</vt:lpstr>
      <vt:lpstr>Some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2026-08-22T08:18:32Z</dcterms:created>
  <dcterms:modified xsi:type="dcterms:W3CDTF">2026-08-22T08:20:54Z</dcterms:modified>
</cp:coreProperties>
</file>