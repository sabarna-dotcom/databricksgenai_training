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6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85B4-FF25-6069-CDDF-E8445EB96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14590-5225-5686-9A71-966F65FB3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4018B-C259-BD42-BC34-A7DDF54D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3FA30-E05A-52CA-FE3D-6591F5934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B7360-B623-0908-32C1-30F72DC9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39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0566-25CC-B7E8-F8C0-F78454D9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1B0E4-32A7-376A-8077-C22A6C2CE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17532-981C-0EEF-1A38-E63D9CA59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042BD-2144-5633-22D9-34F5A255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5EA20-1DAE-562C-9D61-D56FA971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48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C4EF1-0CE5-1C0A-933D-8880552A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C8954-FA3C-ACEA-9122-0EE53E0DD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19096-FF61-53AA-6616-E55F6E2C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FA000-7EF0-59DC-BE4D-8750DF013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3347A-787D-BD79-3F24-D53F83A9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72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524E-BA50-D54B-3AC6-865B5499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5EB38-6D5F-7D23-6044-8126132804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C4D-4292-0FCA-476D-C1C2E60F0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5B1A0-B2FB-2849-52C2-F8F9F39D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3F6C1-4AF3-6BBA-737D-7C5C85BD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0AFD2-BABD-6EC9-0009-56A490F4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63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BB62-8995-A919-99A7-4A8BD548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26E7-E2FA-14E4-F9A2-B77E3C722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6960B-4F67-7A25-13BA-41B76CA12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A01B4-9722-1F57-1AE5-8312E4B56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344100-073B-84DF-CD4E-54500A9F2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FB68A2-DF03-D441-2A4F-2092E5EF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156731-AF89-01C2-8920-65FA6EAA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F6F95E-B541-BB5B-F0E9-77C582BC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69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F6A6-CF8B-E0A3-F266-689D9375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67BEA-98CA-7617-27DD-4FB1B864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5D98A-F829-3D9A-F3B9-CFF12A6C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2C021-FBDF-5F4A-F0F2-FF1080D2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75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06C698-EB8A-1BCD-AD7A-4AC803020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8C3C32-1F23-5026-B26F-643625E5F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CE27A-4EB7-29F8-63F2-E0A45613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499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21ED-5A8B-2E47-A89C-78EBAAD4E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9E962-73E3-C19B-FE52-2BBF5D70E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CF405-B443-29C9-0D86-8255DC837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09EFE-44A7-DEE1-2014-33297AEA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58353-53E6-6910-5F99-3068C5B1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538B0-3B41-E6A0-A437-962F9B4AE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0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FD9D-7F89-3C0E-E2F5-F601F1C3E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47597-079A-9EE9-6922-0B3B83414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57EE7-E520-7ECE-E6AA-876C08F78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878EF-81A0-0D4A-166C-0B7C6A20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06000-51A2-CC8B-3B64-0D864317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806BE-6C25-8FE6-30FE-19EE048E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06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D18A-5749-6AD7-FE81-8E4F2031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8DD5B-EAB5-7D5E-301B-2BC169300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F138C-3C3E-057F-0BE4-B9F90C31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06500-39C7-6DB2-B5F8-6F639365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CACD7-FE65-8307-5D14-CFF98946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915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3391B-2E32-8804-0392-6FAC0FA68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CC5B2-E877-ADD7-C367-B34BF81C1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D9993-5984-EFBA-88BB-061C1847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65FBF-6726-89E9-B3A5-6F34B604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A54C-0909-03AD-165F-23DFD53F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98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FE4DC-54B8-A4E4-083A-2854B5922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A30F7-5A56-2FC1-9244-32C7587DA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D49E8-4B90-526E-E65C-6CF90F2AF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38A31-11CA-47F3-AAE5-CE3E450EF56D}" type="datetimeFigureOut">
              <a:rPr lang="en-IN" smtClean="0"/>
              <a:t>2026-08-23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42C48-74EB-9061-F709-B9A66BD1A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02FCC-B0E9-9E27-E0DE-4348C3BD9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33292-5FCD-4254-99CB-E0D64796B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9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3DA15B-AF65-73B9-F6F0-A835FA5C0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286" y="5083366"/>
            <a:ext cx="9144000" cy="1655762"/>
          </a:xfrm>
        </p:spPr>
        <p:txBody>
          <a:bodyPr/>
          <a:lstStyle/>
          <a:p>
            <a:r>
              <a:rPr lang="en-US" b="1" i="1" dirty="0"/>
              <a:t>Intro to MCP Servers</a:t>
            </a:r>
            <a:endParaRPr lang="en-IN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68DC8-2738-B3EE-1D26-A15BD038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19" y="393192"/>
            <a:ext cx="8720134" cy="49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8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1459-3C35-9F1C-8584-7ED02315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Imagine This…..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C6E4236-E5F6-7F16-49F2-C10E844F4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709" y="1241930"/>
            <a:ext cx="8163971" cy="4593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8362CA-F321-1523-570B-DA9A80D3DA47}"/>
              </a:ext>
            </a:extLst>
          </p:cNvPr>
          <p:cNvSpPr txBox="1"/>
          <p:nvPr/>
        </p:nvSpPr>
        <p:spPr>
          <a:xfrm>
            <a:off x="1097280" y="5998464"/>
            <a:ext cx="9921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The MCP layer standardizes the communication between your AI Agent and the APIs that expose certain business logic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56576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B15C-52B9-6944-97E7-95D139E7E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667" y="-14858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are MCP Servers?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C3248-EE7F-9861-D4A1-B55BFAE66A2C}"/>
              </a:ext>
            </a:extLst>
          </p:cNvPr>
          <p:cNvSpPr txBox="1"/>
          <p:nvPr/>
        </p:nvSpPr>
        <p:spPr>
          <a:xfrm>
            <a:off x="428090" y="1329009"/>
            <a:ext cx="4719263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MCP (Model Context Protocol)</a:t>
            </a:r>
            <a:r>
              <a:rPr lang="en-US" dirty="0"/>
              <a:t> is an open standard for connecting AI agents to external tools and knowledge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3BD8D-EF81-5438-BCE4-B5C78DC96989}"/>
              </a:ext>
            </a:extLst>
          </p:cNvPr>
          <p:cNvSpPr txBox="1"/>
          <p:nvPr/>
        </p:nvSpPr>
        <p:spPr>
          <a:xfrm>
            <a:off x="428089" y="2827994"/>
            <a:ext cx="4719263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MCP Server</a:t>
            </a:r>
            <a:r>
              <a:rPr lang="en-US" dirty="0"/>
              <a:t> exposes capabilities (tools, APIs, documents, actions) in a </a:t>
            </a:r>
            <a:r>
              <a:rPr lang="en-US" b="1" dirty="0"/>
              <a:t>model-friendly way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531BE-1CE8-7F8B-CB3F-5B617E1F4BA2}"/>
              </a:ext>
            </a:extLst>
          </p:cNvPr>
          <p:cNvSpPr txBox="1"/>
          <p:nvPr/>
        </p:nvSpPr>
        <p:spPr>
          <a:xfrm>
            <a:off x="428090" y="4282496"/>
            <a:ext cx="4719262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Think of it as a </a:t>
            </a:r>
            <a:r>
              <a:rPr lang="en-US" b="1" dirty="0"/>
              <a:t>“universal adapter”</a:t>
            </a:r>
            <a:r>
              <a:rPr lang="en-US" dirty="0"/>
              <a:t> between agents and external systems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843591-B89B-88CA-B801-C22CBEBE1EB4}"/>
              </a:ext>
            </a:extLst>
          </p:cNvPr>
          <p:cNvSpPr txBox="1"/>
          <p:nvPr/>
        </p:nvSpPr>
        <p:spPr>
          <a:xfrm>
            <a:off x="428089" y="5545352"/>
            <a:ext cx="4719262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Removes hard-coded integrations inside the agent</a:t>
            </a:r>
          </a:p>
        </p:txBody>
      </p:sp>
      <p:pic>
        <p:nvPicPr>
          <p:cNvPr id="3076" name="Picture 4" descr="MCP Explained: The New Standard Connecting AI to Everything | by Edwin  Lisowski | Medium">
            <a:extLst>
              <a:ext uri="{FF2B5EF4-FFF2-40B4-BE49-F238E27FC236}">
                <a16:creationId xmlns:a16="http://schemas.microsoft.com/office/drawing/2014/main" id="{A3340041-2DC4-FA9C-06CE-B127280988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55991"/>
            <a:ext cx="5641760" cy="332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570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Imagine This…..</vt:lpstr>
      <vt:lpstr>What are MCP Servers?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2026-08-22T21:12:55Z</dcterms:created>
  <dcterms:modified xsi:type="dcterms:W3CDTF">2026-08-22T21:14:23Z</dcterms:modified>
</cp:coreProperties>
</file>