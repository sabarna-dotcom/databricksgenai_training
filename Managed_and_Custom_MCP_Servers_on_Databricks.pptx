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464-0076-EDB8-8810-BEE187FAC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F4B31-959A-4DAB-F61C-10E075A33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F581-5F41-8896-82BA-9F09C69A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178F5-3631-9F15-0436-D924918A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0111E-96E9-61A0-F860-E6DE4916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8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BFA1-188A-E944-52C1-2998F040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3570D-17E5-2B2C-27A1-31760443F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55CAC-CFDF-1F5A-CE8F-E9A271C5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D19D1-148B-242B-088D-0696CD0D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9432D-C19E-49C2-6181-9340E25A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8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54D8-72F9-2020-1777-847271FA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BE834-9F61-A69D-2B8A-CA926553C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0F4B1-583F-4D5A-1AFF-B7C52DA9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2EEDA-A00A-EA43-F1EC-F55441F1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3C974-29C0-22E2-4D4D-EA0EF04D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35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543C-0B4F-FBB4-BC4C-1171A9B6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5CA9A-CE08-038A-0525-C062E7256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827F1-C1E7-BA8D-DA43-69A216067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09185-EAC9-ADD0-C9E2-F67D809C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8881E-BD08-C676-B62C-2AF2A469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C542F-BDE2-2340-B0CF-661A032B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9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97E6-7ED5-9A19-241B-D2BB6ACF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BD8FD-E5CC-DE77-B847-EDEBD099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4BEF6-CFC0-2DAC-373A-A60BD01B7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88A1D-B2B1-2EF9-23E8-B845CD38E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B9EDA-B6B8-3F73-1E74-7F800DD8F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6DD4C5-1956-A88B-BD38-7EED9E1D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2D164-5034-8C55-84AA-4E0E8318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F3EE1-E5C7-F08A-691E-3367AFA6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4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BB13-3BC4-340D-1CB1-C7FD2085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5522A-538D-EF09-FE4A-CED6AA13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D2A2E-95C2-F6A0-088B-9E64FDC3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ECE4F-D58B-F7A5-9A2A-243A0885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74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B59AD-2F44-5853-DD46-D67D6DA8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1FBDD-2763-DB09-42D1-E376BCB5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F62A9-D902-ADF2-9763-EE0D378B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8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71B8-FA07-CA19-AB7B-9E04941E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23F8F-A69C-D6D5-4E57-6E3ACE816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3D661-3FB6-937D-FEE8-BD7F8352A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357FE-6B59-1158-CB30-568791DA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AD2B2-851B-C2C3-FBBF-F74E7D26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FE560-1963-4B5B-E97B-A425800A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6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B0A1-0A15-CA95-31D8-8B00E527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4F35A-3B71-002A-BC14-F5EF54D05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D39B7-4C0C-9400-6F53-FFC7EAA3A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3E20D-3408-E824-84F7-96C59F7A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C0BE1-9294-6779-16D7-E8717541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A8A2B-6796-BA70-38AA-412A42E2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29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2BEC-ED16-9074-539A-21F20264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937E8-B2C6-D483-16F6-14B82BEAE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943FA-1078-CAA1-ED39-34B241E0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16D78-A75B-BE02-DD8F-9D510B4C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599CB-06B0-80BB-EB0E-0FBA67BD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09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18712-B618-DACE-721F-00620BAAD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C7450-C92B-9753-2F85-676F3D731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49D11-A8A1-8ADC-079F-5DF49FFE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6F8B2-C14D-147B-C70B-1EC2E779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9E408-7559-A764-C968-107C63ED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44605-E494-ED64-6F85-784BDC92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BF885-B23A-6165-B90B-EE6990A61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2FE11-4A30-1F2E-1187-C3D88FB3E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6A46E-BA9B-406C-8A03-9FC63C4E945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6EE3B-E91E-D4BC-6705-F688DA9D9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7970-AE8D-06DF-4158-BC3E50D02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5CDFC-4245-4955-9AEC-79A12DA81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95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Managed and Custom MCP Servers with Databricks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BDE5-EE4F-E148-2826-3A95B5926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Custom and Managed MCP Servers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343E5A-8833-D5A0-8062-F873C5524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085" y="1250946"/>
            <a:ext cx="9103829" cy="512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5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3225-4B04-446B-CF75-F1DF7026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Managed MCP Servers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6D242F-349C-7B60-9DAB-E8857C59FF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761913"/>
              </p:ext>
            </p:extLst>
          </p:nvPr>
        </p:nvGraphicFramePr>
        <p:xfrm>
          <a:off x="461772" y="1224978"/>
          <a:ext cx="11268456" cy="5349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152">
                  <a:extLst>
                    <a:ext uri="{9D8B030D-6E8A-4147-A177-3AD203B41FA5}">
                      <a16:colId xmlns:a16="http://schemas.microsoft.com/office/drawing/2014/main" val="3285033901"/>
                    </a:ext>
                  </a:extLst>
                </a:gridCol>
                <a:gridCol w="3756152">
                  <a:extLst>
                    <a:ext uri="{9D8B030D-6E8A-4147-A177-3AD203B41FA5}">
                      <a16:colId xmlns:a16="http://schemas.microsoft.com/office/drawing/2014/main" val="3832463597"/>
                    </a:ext>
                  </a:extLst>
                </a:gridCol>
                <a:gridCol w="3756152">
                  <a:extLst>
                    <a:ext uri="{9D8B030D-6E8A-4147-A177-3AD203B41FA5}">
                      <a16:colId xmlns:a16="http://schemas.microsoft.com/office/drawing/2014/main" val="1274477165"/>
                    </a:ext>
                  </a:extLst>
                </a:gridCol>
              </a:tblGrid>
              <a:tr h="401354">
                <a:tc>
                  <a:txBody>
                    <a:bodyPr/>
                    <a:lstStyle/>
                    <a:p>
                      <a:r>
                        <a:rPr lang="en-US" dirty="0"/>
                        <a:t>Server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URL pattern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683313"/>
                  </a:ext>
                </a:extLst>
              </a:tr>
              <a:tr h="692748">
                <a:tc>
                  <a:txBody>
                    <a:bodyPr/>
                    <a:lstStyle/>
                    <a:p>
                      <a:r>
                        <a:rPr lang="en-US" dirty="0"/>
                        <a:t>Genie 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Natural-language analytics across your workspace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https://&lt;workspace-hostname&gt;/api/2.0/mcp/genie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561463"/>
                  </a:ext>
                </a:extLst>
              </a:tr>
              <a:tr h="989641">
                <a:tc>
                  <a:txBody>
                    <a:bodyPr/>
                    <a:lstStyle/>
                    <a:p>
                      <a:r>
                        <a:rPr lang="en-US" dirty="0"/>
                        <a:t>Genie Agent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Natural-language analytics scoped to one Genie Agent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https://&lt;workspace-hostname&gt;/api/2.0/mcp/genie/{genie_space_id}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300579"/>
                  </a:ext>
                </a:extLst>
              </a:tr>
              <a:tr h="1286532">
                <a:tc>
                  <a:txBody>
                    <a:bodyPr/>
                    <a:lstStyle/>
                    <a:p>
                      <a:r>
                        <a:rPr lang="en-US" dirty="0"/>
                        <a:t>AI Search (Vector Search)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Retrieval over unstructured documents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https://&lt;workspace-hostname&gt;/api/2.0/mcp/ai-search/{catalog}/{schema}/{index_name}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77337"/>
                  </a:ext>
                </a:extLst>
              </a:tr>
              <a:tr h="692748">
                <a:tc>
                  <a:txBody>
                    <a:bodyPr/>
                    <a:lstStyle/>
                    <a:p>
                      <a:r>
                        <a:rPr lang="en-US" dirty="0"/>
                        <a:t>Databricks SQL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 queries and data engineering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https://&lt;workspace-hostname&gt;/api/2.0/mcp/sql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31995"/>
                  </a:ext>
                </a:extLst>
              </a:tr>
              <a:tr h="1286532">
                <a:tc>
                  <a:txBody>
                    <a:bodyPr/>
                    <a:lstStyle/>
                    <a:p>
                      <a:r>
                        <a:rPr lang="en-US" dirty="0"/>
                        <a:t>Unity Catalog functions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Predefined SQL logic as tools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https://&lt;workspace-hostname&gt;/api/2.0/mcp/functions/{catalog}/{schema}/{function_name}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411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20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2802-2198-9751-514B-D1F6C1F8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Custom MCP Servers with Databricks Apps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74681-48B1-815B-F3D0-55D8F8251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43" y="1080793"/>
            <a:ext cx="9812514" cy="552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8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147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Custom and Managed MCP Servers</vt:lpstr>
      <vt:lpstr>Managed MCP Servers</vt:lpstr>
      <vt:lpstr>Custom MCP Servers with Databricks Apps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2026-08-22T13:15:08Z</dcterms:created>
  <dcterms:modified xsi:type="dcterms:W3CDTF">2026-08-22T14:06:20Z</dcterms:modified>
</cp:coreProperties>
</file>