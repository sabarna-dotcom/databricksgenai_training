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E43B-1D87-D11F-0CC5-F5EEB10C2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08C45-8351-4086-32B6-669FA4A05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3C585-0B95-C461-D2AD-3AA790B29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554D-E5F1-4FAA-90F1-2D79F1583F7F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F4233-2C36-0ACD-A905-488B00644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536F4-4B32-0413-3DAD-0CF61087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D4C5-4457-4E72-BE3C-5939DAD2F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538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D44D-A592-A397-DFBA-8CDD0BD1C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6F933-EE9E-CCC1-EF9D-F1B4F4BA1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67DFB-C1B3-64B5-1685-B377A5DD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554D-E5F1-4FAA-90F1-2D79F1583F7F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FA57B-38FB-C96D-2485-B96455A33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FDC62-F64B-F656-0A68-41694CEA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D4C5-4457-4E72-BE3C-5939DAD2F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710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5D90-A3AE-A25A-F666-2FBBB72D2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2F092-4A6F-14DD-3AC4-3E8F4B5D5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A2290-EB84-6C46-31C4-C5719D06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554D-E5F1-4FAA-90F1-2D79F1583F7F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B5E7A-25C0-BAC7-0141-A24C38F8F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B462D-B1B4-AD34-D275-B59D987BF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D4C5-4457-4E72-BE3C-5939DAD2F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1765-6B33-85CD-0ED4-3C498C0A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858DA-86A8-6E32-49DF-0BF664EF3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3CB9F-250D-9693-6A79-5674297A2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1A99F-2D82-3E81-4F00-6F07D360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554D-E5F1-4FAA-90F1-2D79F1583F7F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772B4-34FC-91D2-1173-AB5C749BA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C80B7-3D1D-4AEA-DB61-EBBED7C1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D4C5-4457-4E72-BE3C-5939DAD2F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67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E9BC1-71E0-9477-DCAD-5DDF29FB9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99A06-9192-9D4E-CCA4-721085BC9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87653-E46B-E245-D10E-9BD1D58E9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12C172-7DA0-3106-CC38-7C82A845CB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0E243-E01C-219D-D08E-CBAAD2EE7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5F84F0-F885-66D1-D570-F9E941575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554D-E5F1-4FAA-90F1-2D79F1583F7F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E0FA2-0449-CF8D-206D-026E5D235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C54D9E-551E-E1E2-B25C-C89717B2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D4C5-4457-4E72-BE3C-5939DAD2F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584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4AAD1-B1BF-14F6-5116-0F921907F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334FD5-2883-DE75-1A2D-563E6003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554D-E5F1-4FAA-90F1-2D79F1583F7F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A2C59-64D8-5F31-4931-3F8037468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B0A1B-C6E7-0CB3-77B1-CB9793AF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D4C5-4457-4E72-BE3C-5939DAD2F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238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9B4F6-782C-CEF6-E820-F8A8FD4C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554D-E5F1-4FAA-90F1-2D79F1583F7F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CCE34-6892-84CC-760F-BDE941796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55523-E9B6-B719-304B-4129DB317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D4C5-4457-4E72-BE3C-5939DAD2F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382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38D0A-6340-EA6D-78F4-410AAE0C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DC163-3387-0A5D-AF74-45CF09D84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75332-F067-B045-87E1-EFAEFDFF5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00272-F3A3-C0DA-CA7F-938261B29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554D-E5F1-4FAA-90F1-2D79F1583F7F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87B5B-C9B6-3B01-AA65-5741BF9C2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0DAD2-37AB-6D03-94B3-9CAF324C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D4C5-4457-4E72-BE3C-5939DAD2F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7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1CBD4-0C5B-44C0-0A59-207B92AB8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33029-DCDE-FAE6-39C5-72024B8F70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631EB-7686-630D-CB74-08B06C132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5DBF6-3F07-E818-FC84-E42B23563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554D-E5F1-4FAA-90F1-2D79F1583F7F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BE9A0-BC04-EE67-08C7-110635AF0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2FEB6-B1CA-B049-3136-4EC7CAF2A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D4C5-4457-4E72-BE3C-5939DAD2F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747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92D9F-C0D4-D049-7323-82BB8095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A60F8-EB35-79CD-18AA-6A2563530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090E3-3C0B-6038-F76A-F1DF5DE7B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554D-E5F1-4FAA-90F1-2D79F1583F7F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40F14-E08D-2A2C-E3D4-E84391855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F9F6F-3B28-BC94-5FDD-CFA084A99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D4C5-4457-4E72-BE3C-5939DAD2F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55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69132C-84BD-E182-16E7-3B7699B13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B589C-4929-9D7E-CC90-92A02EF34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1D122-694E-D171-4788-EDE1886E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554D-E5F1-4FAA-90F1-2D79F1583F7F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5B460-685E-0A0F-28EE-D959AE387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52900-2445-775A-53AF-BCF0BE40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6D4C5-4457-4E72-BE3C-5939DAD2F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11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11F0A3-82BF-B48D-5A47-A2A0164D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C301C-E595-5C30-6D8D-D158C987D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92688-E041-2E67-9353-573775C95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3554D-E5F1-4FAA-90F1-2D79F1583F7F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6B985-AA8D-104B-CA71-0B8E83814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5C587-A488-8654-924E-5CA9DFE93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6D4C5-4457-4E72-BE3C-5939DAD2F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662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3DA15B-AF65-73B9-F6F0-A835FA5C0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286" y="5083366"/>
            <a:ext cx="9144000" cy="1655762"/>
          </a:xfrm>
        </p:spPr>
        <p:txBody>
          <a:bodyPr/>
          <a:lstStyle/>
          <a:p>
            <a:r>
              <a:rPr lang="en-US" b="1" i="1" dirty="0"/>
              <a:t>Databricks Unity AI Gateway</a:t>
            </a:r>
            <a:endParaRPr lang="en-IN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68DC8-2738-B3EE-1D26-A15BD0383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219" y="393192"/>
            <a:ext cx="8720134" cy="49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80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21E9-C021-CCE7-EE75-211916F5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is the Unity AI Gateway?</a:t>
            </a:r>
            <a:endParaRPr lang="en-IN" dirty="0"/>
          </a:p>
        </p:txBody>
      </p:sp>
      <p:pic>
        <p:nvPicPr>
          <p:cNvPr id="4" name="Content Placeholder 3" descr="2026-08-Blog-Unity-AI-Gateway-GA-Inline-960x666-2x">
            <a:extLst>
              <a:ext uri="{FF2B5EF4-FFF2-40B4-BE49-F238E27FC236}">
                <a16:creationId xmlns:a16="http://schemas.microsoft.com/office/drawing/2014/main" id="{A828086D-B79D-70BE-2471-284B70D23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2053" y="1955750"/>
            <a:ext cx="5504686" cy="38188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406FEF-1D68-45A2-5EF7-F08F9F36FCF2}"/>
              </a:ext>
            </a:extLst>
          </p:cNvPr>
          <p:cNvSpPr txBox="1"/>
          <p:nvPr/>
        </p:nvSpPr>
        <p:spPr>
          <a:xfrm>
            <a:off x="264123" y="1849252"/>
            <a:ext cx="621563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What is the Unity AI Gateway?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Unity AI Gateway</a:t>
            </a:r>
            <a:r>
              <a:rPr lang="en-IN" sz="1600" dirty="0"/>
              <a:t> provides a centralized </a:t>
            </a:r>
            <a:r>
              <a:rPr lang="en-IN" sz="1600" b="1" dirty="0"/>
              <a:t>governance and control layer</a:t>
            </a:r>
            <a:r>
              <a:rPr lang="en-IN" sz="1600" dirty="0"/>
              <a:t> for AI assets across the Databricks Data Intelligence Platform.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Provides </a:t>
            </a:r>
            <a:r>
              <a:rPr lang="en-IN" sz="1600" b="1" dirty="0"/>
              <a:t>unified access control</a:t>
            </a:r>
            <a:r>
              <a:rPr lang="en-IN" sz="1600" dirty="0"/>
              <a:t> for models, agents, MCP servers, tools, and other AI resources.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Supports </a:t>
            </a:r>
            <a:r>
              <a:rPr lang="en-IN" sz="1600" b="1" dirty="0"/>
              <a:t>usage tracking and budgets</a:t>
            </a:r>
            <a:r>
              <a:rPr lang="en-IN" sz="1600" dirty="0"/>
              <a:t> to monitor and control AI consumption and costs.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Provides </a:t>
            </a:r>
            <a:r>
              <a:rPr lang="en-IN" sz="1600" b="1" dirty="0"/>
              <a:t>smart routing</a:t>
            </a:r>
            <a:r>
              <a:rPr lang="en-IN" sz="1600" dirty="0"/>
              <a:t> to dynamically route requests across models and AI endpoints.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Enables </a:t>
            </a:r>
            <a:r>
              <a:rPr lang="en-IN" sz="1600" b="1" dirty="0"/>
              <a:t>agent tracing and observability</a:t>
            </a:r>
            <a:r>
              <a:rPr lang="en-IN" sz="1600" dirty="0"/>
              <a:t> to monitor agent </a:t>
            </a:r>
            <a:r>
              <a:rPr lang="en-IN" sz="1600" dirty="0" err="1"/>
              <a:t>behavior</a:t>
            </a:r>
            <a:r>
              <a:rPr lang="en-IN" sz="1600" dirty="0"/>
              <a:t> and interactions. </a:t>
            </a:r>
          </a:p>
        </p:txBody>
      </p:sp>
    </p:spTree>
    <p:extLst>
      <p:ext uri="{BB962C8B-B14F-4D97-AF65-F5344CB8AC3E}">
        <p14:creationId xmlns:p14="http://schemas.microsoft.com/office/powerpoint/2010/main" val="758522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F270F0-E42A-5678-492F-CDF240FC5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2242" y="489204"/>
            <a:ext cx="9407346" cy="587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509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899BB0-09DB-151E-4341-2010EAB3B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9451" y="587406"/>
            <a:ext cx="9093098" cy="568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13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96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What is the Unity AI Gateway?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2026-08-22T07:50:23Z</dcterms:created>
  <dcterms:modified xsi:type="dcterms:W3CDTF">2026-08-22T07:55:52Z</dcterms:modified>
</cp:coreProperties>
</file>