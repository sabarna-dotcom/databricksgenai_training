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2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FD61B-B221-400A-A8CE-7E262F2F2FCC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E6568-E98A-40EB-B7DB-6DC31CBC25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303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DEBFB-21AE-98A8-7D57-1E64E15E3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174A8-00A1-A0A9-5FAC-89E046680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EFBD9-47AA-CBAF-FF15-C4C422678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46A4-D054-4A1C-9ED6-C5735A7BB84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9E77B-F2E8-2002-CECB-7F84F471F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FCF6-6D79-946D-A437-4FD34D8A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0EF2-F400-4F29-88E5-8B95E421B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09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C4CE9-CCD4-0832-E4D0-2B034FA39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76B56-53E5-FCE2-74C5-B63C21569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8593C-0A35-6B11-8AF5-3205558E5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46A4-D054-4A1C-9ED6-C5735A7BB84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B9DCF-A50C-5A80-CB56-C43715B0D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1B91-EB24-9BC9-456F-BB184770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0EF2-F400-4F29-88E5-8B95E421B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2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2FA3-80B6-ADCA-CED6-0D94213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6FAE0-5889-594E-DE20-41FCF96B2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7FC1A-1224-939F-977D-E99EE43CE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46A4-D054-4A1C-9ED6-C5735A7BB84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413AF-2AA6-9074-5197-A9DA322C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24200-D66A-591F-4725-4F45F863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0EF2-F400-4F29-88E5-8B95E421B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6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B319B-BF39-0DF2-6830-5F14B326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3060C-86FB-C90D-3E30-6C6A633BE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877F23-FA55-CEDE-3F9C-3E2676C2C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37FA6-9591-35B6-74B2-015074953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46A4-D054-4A1C-9ED6-C5735A7BB84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51F90-DB6C-BBCA-60D5-5C237B72B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862CB-C4DA-C16B-584A-16FE24E5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0EF2-F400-4F29-88E5-8B95E421B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25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57ECB-0252-2FF2-A553-4F0F0A2B7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265E6-8C9E-743B-F6C8-B7F085FCB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E47DC-43D7-B709-5738-C2E46B8AC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390D3-3D13-8967-3218-4951BB87E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D223F-539F-DC68-7A93-22B606AAD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2F17F7-A461-D14C-995C-752A3BF7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46A4-D054-4A1C-9ED6-C5735A7BB84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2964F-6DB1-C1A2-4FD1-74170A23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FC241-3DB7-802C-7669-CDE1778E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0EF2-F400-4F29-88E5-8B95E421B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278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FFAF-0F40-D928-7E3E-357507646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3FC70C-C89A-9645-479B-F0403CBD4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46A4-D054-4A1C-9ED6-C5735A7BB84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18BED2-FB9D-DAE9-B44A-0F56A52C1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0B26E-ECD5-1E92-66F7-44562A41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0EF2-F400-4F29-88E5-8B95E421B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81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F749D1-FC2F-59E6-2792-A626D4D47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46A4-D054-4A1C-9ED6-C5735A7BB84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C8E874-7FAF-B4E7-96BB-53A1F941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BE064-B320-9727-523B-264A7CB2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0EF2-F400-4F29-88E5-8B95E421B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58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117DB-72E5-720E-280E-FA7E6C137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588FB-FB83-8316-9B31-C83566EA7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4C52C-D3B9-3126-D138-BD2BCE989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B4907-BCDD-DEC6-A2BA-395152B22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46A4-D054-4A1C-9ED6-C5735A7BB84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2C008-E984-9165-7E10-CF4D43D7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ED479-AB28-C1F5-1777-877EDB56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0EF2-F400-4F29-88E5-8B95E421B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500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83B07-DB90-0105-6BFA-63D7F24E0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720B10-43A0-F70C-9E7A-77030CDC9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A6F379-14D8-ECC3-BD31-434EC73B8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43EDC-8A40-13AA-9ED9-E4E6A37F3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46A4-D054-4A1C-9ED6-C5735A7BB84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97E5C-343E-F4C9-28B3-C680AEDDE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7BC1C-1F95-9E6D-D6A3-C12C0A05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0EF2-F400-4F29-88E5-8B95E421B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99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6064-5DA3-CE9E-7C22-8E50D0EC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5BA03-2B26-6DE5-8A8A-D9B8F6B89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DFC43-4146-A945-90C7-C142882A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46A4-D054-4A1C-9ED6-C5735A7BB84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DB92C-B456-DE8D-DD8A-3E2F96C8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6FDEF-A161-2C07-AE95-EB81C7B16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0EF2-F400-4F29-88E5-8B95E421B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94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F1EA80-08CD-93E1-6543-0B5B7414B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FC25E-BC24-6320-9713-FD23C5644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6BC2B-0ECC-883B-234A-1996A8B7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46A4-D054-4A1C-9ED6-C5735A7BB84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83275-0488-9256-1CB2-98EC6354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55FBE-0D90-BACA-D1D4-D88756C1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40EF2-F400-4F29-88E5-8B95E421B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361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BBFBFF-A97E-69B0-4A4E-31BC2AEEE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7EE49-8A07-8457-D641-B21C357C0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8C631-CED7-AD21-99A0-15FBAB8D8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D746A4-D054-4A1C-9ED6-C5735A7BB842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756A3-7574-9690-8F85-593354510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D9306-67C1-78AE-2BBE-1740CDDA1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40EF2-F400-4F29-88E5-8B95E421B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92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3DA15B-AF65-73B9-F6F0-A835FA5C0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286" y="5083366"/>
            <a:ext cx="9144000" cy="1655762"/>
          </a:xfrm>
        </p:spPr>
        <p:txBody>
          <a:bodyPr/>
          <a:lstStyle/>
          <a:p>
            <a:r>
              <a:rPr lang="en-US" b="1" i="1" dirty="0"/>
              <a:t>The Databricks Agent Bricks Ecosystem</a:t>
            </a:r>
            <a:endParaRPr lang="en-IN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68DC8-2738-B3EE-1D26-A15BD0383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219" y="393192"/>
            <a:ext cx="8720134" cy="49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8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9020-C18F-DE5C-D384-101786C5A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Databricks Agent Bricks</a:t>
            </a:r>
            <a:endParaRPr lang="en-IN" dirty="0"/>
          </a:p>
        </p:txBody>
      </p:sp>
      <p:pic>
        <p:nvPicPr>
          <p:cNvPr id="4" name="Content Placeholder 3" descr="Enterprise AI Agents">
            <a:extLst>
              <a:ext uri="{FF2B5EF4-FFF2-40B4-BE49-F238E27FC236}">
                <a16:creationId xmlns:a16="http://schemas.microsoft.com/office/drawing/2014/main" id="{454F315A-DD85-2137-B157-A91CCA12D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4662" y="1171035"/>
            <a:ext cx="8702676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CC3E8E-4686-243A-D18F-41249C2F683D}"/>
              </a:ext>
            </a:extLst>
          </p:cNvPr>
          <p:cNvSpPr txBox="1"/>
          <p:nvPr/>
        </p:nvSpPr>
        <p:spPr>
          <a:xfrm>
            <a:off x="976503" y="5620023"/>
            <a:ext cx="102389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00000"/>
              </a:lnSpc>
              <a:spcBef>
                <a:spcPts val="300"/>
              </a:spcBef>
              <a:spcAft>
                <a:spcPts val="1500"/>
              </a:spcAft>
            </a:pPr>
            <a:r>
              <a:rPr lang="en-IN" b="1" i="1" dirty="0"/>
              <a:t>Agent Bricks </a:t>
            </a:r>
            <a:r>
              <a:rPr lang="en-IN" sz="1800" b="1" i="1" dirty="0">
                <a:solidFill>
                  <a:schemeClr val="tx1"/>
                </a:solidFill>
                <a:effectLst/>
                <a:latin typeface="+mn-lt"/>
              </a:rPr>
              <a:t>streamlines building, evaluating, and optimizing production‑grade AI agents on your enterprise data. Just define your task and connect your data, and Agent Bricks handles the heavy lifting, including built-in evaluation and unified Unity </a:t>
            </a:r>
            <a:r>
              <a:rPr lang="en-IN" sz="1800" b="1" i="1" dirty="0" err="1">
                <a:solidFill>
                  <a:schemeClr val="tx1"/>
                </a:solidFill>
                <a:effectLst/>
                <a:latin typeface="+mn-lt"/>
              </a:rPr>
              <a:t>Catalog</a:t>
            </a:r>
            <a:r>
              <a:rPr lang="en-IN" sz="1800" b="1" i="1" dirty="0">
                <a:solidFill>
                  <a:schemeClr val="tx1"/>
                </a:solidFill>
                <a:effectLst/>
                <a:latin typeface="+mn-lt"/>
              </a:rPr>
              <a:t> governance.</a:t>
            </a:r>
            <a:endParaRPr lang="en-IN" sz="1275" b="1" i="1" dirty="0">
              <a:solidFill>
                <a:srgbClr val="35474D"/>
              </a:solidFill>
              <a:effectLst/>
              <a:latin typeface="Merriweather" panose="020F0502020204030204" pitchFamily="2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E11D521-946D-BB5E-33A2-58A4A9C6125D}"/>
              </a:ext>
            </a:extLst>
          </p:cNvPr>
          <p:cNvSpPr/>
          <p:nvPr/>
        </p:nvSpPr>
        <p:spPr>
          <a:xfrm>
            <a:off x="3401568" y="4992624"/>
            <a:ext cx="274320" cy="62739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933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EC4612-194A-0EFA-9D8D-0E125FA6D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304" y="365760"/>
            <a:ext cx="8023517" cy="53448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988138-DD0D-C956-15B7-60FB3C19977D}"/>
              </a:ext>
            </a:extLst>
          </p:cNvPr>
          <p:cNvSpPr txBox="1"/>
          <p:nvPr/>
        </p:nvSpPr>
        <p:spPr>
          <a:xfrm>
            <a:off x="1415897" y="6021431"/>
            <a:ext cx="9498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/>
              <a:t>Agent Bricks = Prebuilt and customizable building blocks for creating enterprise AI agents and common GenAI workflows on Databricks.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176268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D21CB-47D6-189E-6A66-296889507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055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Tools in the Agent Bricks Ecosystem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3A3976-035A-9783-D58D-27CA64465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872" y="1035073"/>
            <a:ext cx="9666253" cy="543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252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659C-D19F-39A9-C341-6DBA086F4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863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Knowledge Assistant with Agent Bricks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5E2643D-61AE-EDC5-AEFC-1256C839F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310" y="912018"/>
            <a:ext cx="8017378" cy="42989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0ED879-9196-3605-D351-AACE782B11C1}"/>
              </a:ext>
            </a:extLst>
          </p:cNvPr>
          <p:cNvSpPr txBox="1"/>
          <p:nvPr/>
        </p:nvSpPr>
        <p:spPr>
          <a:xfrm>
            <a:off x="190119" y="5534276"/>
            <a:ext cx="11811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/>
              <a:t>Knowledge can be grounded using multiple source types, including Files in a Volume, AI Search indexes, and Files in a Table.</a:t>
            </a:r>
            <a:endParaRPr lang="en-IN" sz="1600" b="1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04A1C4-D8BB-A660-D641-BC226CBED606}"/>
              </a:ext>
            </a:extLst>
          </p:cNvPr>
          <p:cNvSpPr txBox="1"/>
          <p:nvPr/>
        </p:nvSpPr>
        <p:spPr>
          <a:xfrm>
            <a:off x="1763077" y="6013273"/>
            <a:ext cx="86658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/>
              <a:t>Databricks handles much of the underlying retrieval and agent optimization, simplifying development of high-quality knowledge agents.</a:t>
            </a:r>
            <a:endParaRPr lang="en-IN" sz="1600" b="1" i="1" dirty="0"/>
          </a:p>
        </p:txBody>
      </p:sp>
    </p:spTree>
    <p:extLst>
      <p:ext uri="{BB962C8B-B14F-4D97-AF65-F5344CB8AC3E}">
        <p14:creationId xmlns:p14="http://schemas.microsoft.com/office/powerpoint/2010/main" val="496425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04895-F3A8-9D0C-E91D-748404BB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258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Supervisor Agent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F69E72-42C6-EAAB-9582-44E446110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480" y="984006"/>
            <a:ext cx="7804783" cy="44535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9A4F8C-9E65-B063-1403-403166CEBC70}"/>
              </a:ext>
            </a:extLst>
          </p:cNvPr>
          <p:cNvSpPr txBox="1"/>
          <p:nvPr/>
        </p:nvSpPr>
        <p:spPr>
          <a:xfrm>
            <a:off x="587881" y="5613243"/>
            <a:ext cx="110162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/>
              <a:t>Supervisor Agent orchestrates multiple specialized agents and tools to handle complex, multi-step user requests.</a:t>
            </a:r>
            <a:endParaRPr lang="en-IN" sz="1600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F8258B-E470-5CD4-E6E4-DEC711B075FE}"/>
              </a:ext>
            </a:extLst>
          </p:cNvPr>
          <p:cNvSpPr txBox="1"/>
          <p:nvPr/>
        </p:nvSpPr>
        <p:spPr>
          <a:xfrm>
            <a:off x="2141978" y="6054334"/>
            <a:ext cx="74317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i="1" dirty="0"/>
              <a:t>Enables developers to build sophisticated multi-agent systems without manually implementing all orchestration logic.</a:t>
            </a:r>
          </a:p>
        </p:txBody>
      </p:sp>
    </p:spTree>
    <p:extLst>
      <p:ext uri="{BB962C8B-B14F-4D97-AF65-F5344CB8AC3E}">
        <p14:creationId xmlns:p14="http://schemas.microsoft.com/office/powerpoint/2010/main" val="2950804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74536-B0DE-FD1D-D091-3190EB27E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Custom Agents with OpenAI Agents SDK</a:t>
            </a:r>
            <a:endParaRPr lang="en-IN" dirty="0"/>
          </a:p>
        </p:txBody>
      </p:sp>
      <p:pic>
        <p:nvPicPr>
          <p:cNvPr id="7" name="Picture 6" descr="Databricks and OpenAI Launch Groundbreaking Partnership to Bring Frontier  Intelligence to Enterprises with Databricks Agent Bricks - Databricks">
            <a:extLst>
              <a:ext uri="{FF2B5EF4-FFF2-40B4-BE49-F238E27FC236}">
                <a16:creationId xmlns:a16="http://schemas.microsoft.com/office/drawing/2014/main" id="{A45BBA80-7BA3-147C-556F-29E857694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6106080"/>
            <a:ext cx="1438656" cy="751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0F7033-A79E-8724-A1C2-F0E7CBE7D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037" y="1343818"/>
            <a:ext cx="7034846" cy="33105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022D98-A672-9834-68B4-629ABAD11A11}"/>
              </a:ext>
            </a:extLst>
          </p:cNvPr>
          <p:cNvSpPr txBox="1"/>
          <p:nvPr/>
        </p:nvSpPr>
        <p:spPr>
          <a:xfrm>
            <a:off x="923544" y="5005485"/>
            <a:ext cx="10847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For building custom agents with the OpenAI Agents SDK, you must implement the Agent loop yourself. </a:t>
            </a:r>
          </a:p>
          <a:p>
            <a:pPr algn="ctr"/>
            <a:endParaRPr lang="en-US" b="1" i="1" dirty="0"/>
          </a:p>
          <a:p>
            <a:pPr algn="ctr"/>
            <a:r>
              <a:rPr lang="en-US" b="1" i="1" dirty="0"/>
              <a:t>This involves a significant amount of code writing practices but provides a higher level of implementation flexibility.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540756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201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Merriweather</vt:lpstr>
      <vt:lpstr>Office Theme</vt:lpstr>
      <vt:lpstr>PowerPoint Presentation</vt:lpstr>
      <vt:lpstr>Databricks Agent Bricks</vt:lpstr>
      <vt:lpstr>PowerPoint Presentation</vt:lpstr>
      <vt:lpstr>Tools in the Agent Bricks Ecosystem</vt:lpstr>
      <vt:lpstr>Knowledge Assistant with Agent Bricks</vt:lpstr>
      <vt:lpstr>Supervisor Agent </vt:lpstr>
      <vt:lpstr>Custom Agents with OpenAI Agents SDK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2026-08-22T09:19:39Z</dcterms:created>
  <dcterms:modified xsi:type="dcterms:W3CDTF">2026-08-22T10:16:31Z</dcterms:modified>
</cp:coreProperties>
</file>