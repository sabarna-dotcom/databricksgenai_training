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2334D6-D3E2-4811-B500-02CD1673B26E}" type="datetimeFigureOut">
              <a:rPr lang="en-IN" smtClean="0"/>
              <a:t>2026-08-22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E93E7F-D583-420C-AAE7-05B4193382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04527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E93E7F-D583-420C-AAE7-05B4193382E4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96337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B3162-D1FF-51B7-79FF-9FB7FD2E52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40E62A-4A58-F93B-8601-0648A7315A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3F86FC-38A9-3277-05A3-856121260C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6BA35-38AB-443C-9C50-0944DF7CC52B}" type="datetimeFigureOut">
              <a:rPr lang="en-IN" smtClean="0"/>
              <a:t>2026-08-22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CAC3C3-2B89-EEA1-7FC3-153EFF3AA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5286B4-66E7-08BB-3B94-EB46B9E68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9D48A-6720-4379-A51F-2C08263EBF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05496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98648-A748-AF69-AFA0-5676A4CBA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5FAE11-705E-AD2C-BD5C-2D9EC0C5A0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CC506C-E216-BCAE-11A0-DFDA713FC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6BA35-38AB-443C-9C50-0944DF7CC52B}" type="datetimeFigureOut">
              <a:rPr lang="en-IN" smtClean="0"/>
              <a:t>2026-08-22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E8AEB2-2D42-5018-CE6D-2E9F5A043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221615-E32B-EF02-104E-60C8ECDC8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9D48A-6720-4379-A51F-2C08263EBF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57786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8F42D-4FAC-4B64-8D9E-4DB894280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46A6BF-9131-E270-1AF1-20E133E17C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FB04FB-AF29-14F8-FAC5-FDBA9FF36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6BA35-38AB-443C-9C50-0944DF7CC52B}" type="datetimeFigureOut">
              <a:rPr lang="en-IN" smtClean="0"/>
              <a:t>2026-08-22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05868A-BC80-912B-DD92-BFADDE05A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2EF432-CC1B-C85E-1266-3544A79E7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9D48A-6720-4379-A51F-2C08263EBF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39864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D9B18-799E-1AEF-84A1-A2D8B6656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1518B0-D0A8-296D-0BD9-915F8F30AA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24F922-84DB-3073-ACD3-30F788B01C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32261D-7A43-E307-00BA-AAE8707AE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6BA35-38AB-443C-9C50-0944DF7CC52B}" type="datetimeFigureOut">
              <a:rPr lang="en-IN" smtClean="0"/>
              <a:t>2026-08-22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BB9326-808A-365E-20A6-DE548A1A9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3595C5-1FB3-0D5F-9C31-CCE9C63BF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9D48A-6720-4379-A51F-2C08263EBF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6302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42EC9-B1EF-9BF8-EDCB-3F7AA98EE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516E1A-AFB9-2992-BEAE-BB018F9C4D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16173A-9579-0A03-8BD0-1E9F8CD2D2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13A3B0-F804-D494-1547-702BFD2029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E0416E-518D-2CD0-494D-D4B7FFBEF1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FD318C-E3DE-F658-59EA-D66F9C57F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6BA35-38AB-443C-9C50-0944DF7CC52B}" type="datetimeFigureOut">
              <a:rPr lang="en-IN" smtClean="0"/>
              <a:t>2026-08-22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2975092-2909-FCF4-6843-F9661348A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6E0193-5848-794A-E5AE-E38131EA0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9D48A-6720-4379-A51F-2C08263EBF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14348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A6C67-8B00-98EB-314D-AE392E9B4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1F9649-25D2-FD7A-EB14-AC4D34604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6BA35-38AB-443C-9C50-0944DF7CC52B}" type="datetimeFigureOut">
              <a:rPr lang="en-IN" smtClean="0"/>
              <a:t>2026-08-22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A8DFF8-4E83-3BF3-5946-D12A31BBB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3737A7-4766-D3C6-A2CE-DFBF90ED8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9D48A-6720-4379-A51F-2C08263EBF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96559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504681-37CA-199C-6CE8-2318E2793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6BA35-38AB-443C-9C50-0944DF7CC52B}" type="datetimeFigureOut">
              <a:rPr lang="en-IN" smtClean="0"/>
              <a:t>2026-08-22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42E088-71B0-DC34-60B8-448237694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5222D7-78E2-DAD4-715D-1E8DF7A56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9D48A-6720-4379-A51F-2C08263EBF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70237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890A1-918B-EFD6-84ED-15A47918B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FD8AF5-3844-F0B6-5212-D49AE5DC5B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F69BC2-4745-B08A-C91D-BF6600D2DA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90ADC1-847C-24C2-B5F4-85687C490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6BA35-38AB-443C-9C50-0944DF7CC52B}" type="datetimeFigureOut">
              <a:rPr lang="en-IN" smtClean="0"/>
              <a:t>2026-08-22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DD5E80-4158-B2AD-48D8-E773EC999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5F9492-3759-8AE8-573E-C620F9FA5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9D48A-6720-4379-A51F-2C08263EBF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60298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2899A-F2B1-CB70-C844-0917A35D8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842515-24C2-321B-8C4F-BD70CADCB0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FDDBC7-2D62-8F24-0B5F-7D01424C86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367D85-2E20-64C2-9204-E36F80BDF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6BA35-38AB-443C-9C50-0944DF7CC52B}" type="datetimeFigureOut">
              <a:rPr lang="en-IN" smtClean="0"/>
              <a:t>2026-08-22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AABB31-0AC2-0F95-CA57-C44B44F4A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77BA99-F631-B80B-7284-B86B2ECD7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9D48A-6720-4379-A51F-2C08263EBF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9811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485D0-ABC8-4A42-D504-343FB0CD7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97A090-63E9-769F-F1DE-9B0A13B5F7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FA2265-82EB-9FC9-EB22-16CFB93E9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6BA35-38AB-443C-9C50-0944DF7CC52B}" type="datetimeFigureOut">
              <a:rPr lang="en-IN" smtClean="0"/>
              <a:t>2026-08-22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E6CE96-6864-477A-9779-0208C6AEA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44C0A7-E1E7-7711-C927-E490F7798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9D48A-6720-4379-A51F-2C08263EBF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66136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92CF9AD-277D-7272-1DDD-EC5AC7F5ED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0F7F81-8147-C78C-D827-4A2D4FA381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2DEACD-51E3-04C3-ABCA-1DBEBADDF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6BA35-38AB-443C-9C50-0944DF7CC52B}" type="datetimeFigureOut">
              <a:rPr lang="en-IN" smtClean="0"/>
              <a:t>2026-08-22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ACEF56-E42A-902F-C0F7-E0A6EFB94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B11B3E-3718-CDE0-803C-2F2F935B6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9D48A-6720-4379-A51F-2C08263EBF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04966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DE2015-BFFC-D445-507F-2772EA988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723105-16AE-F5A0-716B-2AAE8517D9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FB4BE3-BEBC-BF8B-F4E9-E4DF1DA447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76BA35-38AB-443C-9C50-0944DF7CC52B}" type="datetimeFigureOut">
              <a:rPr lang="en-IN" smtClean="0"/>
              <a:t>2026-08-22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1F8A0C-9C2F-177A-CCBF-9E48347A80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FFC0DD-2EF1-AE63-E2BC-B01FF4BCCA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29D48A-6720-4379-A51F-2C08263EBF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75983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23DA15B-AF65-73B9-F6F0-A835FA5C07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54286" y="5083366"/>
            <a:ext cx="9144000" cy="1655762"/>
          </a:xfrm>
        </p:spPr>
        <p:txBody>
          <a:bodyPr/>
          <a:lstStyle/>
          <a:p>
            <a:r>
              <a:rPr lang="en-US" b="1" i="1" dirty="0"/>
              <a:t>Databricks Apps</a:t>
            </a:r>
            <a:endParaRPr lang="en-IN" b="1" i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768DC8-2738-B3EE-1D26-A15BD0383D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6219" y="393192"/>
            <a:ext cx="8720134" cy="4906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98806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FE476-E390-9D04-7DF4-FF63E0BDE3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112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What are Databricks Apps?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C622CC0-D6E0-66C5-7BA5-0DB2D95AB4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977890" y="1597193"/>
            <a:ext cx="6119622" cy="382476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C4A2154-D14B-6300-8ECD-C818E77C9F5E}"/>
              </a:ext>
            </a:extLst>
          </p:cNvPr>
          <p:cNvSpPr txBox="1"/>
          <p:nvPr/>
        </p:nvSpPr>
        <p:spPr>
          <a:xfrm>
            <a:off x="94488" y="1616749"/>
            <a:ext cx="575157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b="1" dirty="0"/>
              <a:t>Databricks Apps</a:t>
            </a:r>
            <a:r>
              <a:rPr lang="en-IN" sz="1600" dirty="0"/>
              <a:t> let you build and deploy secure </a:t>
            </a:r>
            <a:r>
              <a:rPr lang="en-IN" sz="1600" b="1" dirty="0"/>
              <a:t>data and AI applications directly on the Databricks platform</a:t>
            </a:r>
            <a:r>
              <a:rPr lang="en-IN" sz="16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16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Supports popular frameworks such as </a:t>
            </a:r>
            <a:r>
              <a:rPr lang="en-IN" sz="1600" b="1" dirty="0" err="1"/>
              <a:t>Streamlit</a:t>
            </a:r>
            <a:r>
              <a:rPr lang="en-IN" sz="1600" b="1" dirty="0"/>
              <a:t>, Dash, </a:t>
            </a:r>
            <a:r>
              <a:rPr lang="en-IN" sz="1600" b="1" dirty="0" err="1"/>
              <a:t>Gradio</a:t>
            </a:r>
            <a:r>
              <a:rPr lang="en-IN" sz="1600" b="1" dirty="0"/>
              <a:t>, Flask, and React/Node.js</a:t>
            </a:r>
            <a:r>
              <a:rPr lang="en-IN" sz="16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16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Provides </a:t>
            </a:r>
            <a:r>
              <a:rPr lang="en-IN" sz="1600" b="1" dirty="0"/>
              <a:t>built-in authentication and authorization</a:t>
            </a:r>
            <a:r>
              <a:rPr lang="en-IN" sz="1600" dirty="0"/>
              <a:t>, reducing the need to build separate security infrastructure.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16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Applications run on </a:t>
            </a:r>
            <a:r>
              <a:rPr lang="en-IN" sz="1600" b="1" dirty="0"/>
              <a:t>serverless infrastructure managed by Databricks</a:t>
            </a:r>
            <a:r>
              <a:rPr lang="en-IN" sz="1600" dirty="0"/>
              <a:t>, simplifying deployment and scaling.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16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Developers can build </a:t>
            </a:r>
            <a:r>
              <a:rPr lang="en-IN" sz="1600" b="1" dirty="0"/>
              <a:t>GenAI applications, agents, dashboards, and interactive data applications</a:t>
            </a:r>
            <a:r>
              <a:rPr lang="en-IN" sz="1600" dirty="0"/>
              <a:t> close to their governed enterprise data.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8675E7-AE58-130D-F7DD-15FBD8631780}"/>
              </a:ext>
            </a:extLst>
          </p:cNvPr>
          <p:cNvSpPr txBox="1"/>
          <p:nvPr/>
        </p:nvSpPr>
        <p:spPr>
          <a:xfrm>
            <a:off x="1692783" y="5966567"/>
            <a:ext cx="83065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1" dirty="0"/>
              <a:t>Key Idea:</a:t>
            </a:r>
            <a:r>
              <a:rPr lang="en-IN" dirty="0"/>
              <a:t> </a:t>
            </a:r>
            <a:r>
              <a:rPr lang="en-IN" i="1" dirty="0"/>
              <a:t>Build and securely deploy production data and GenAI applications without managing the underlying infrastructure.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114636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5A3B2-919C-3B31-DE73-24307C52F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Built-in Governance with Databricks Apps</a:t>
            </a:r>
            <a:endParaRPr lang="en-IN" dirty="0"/>
          </a:p>
        </p:txBody>
      </p:sp>
      <p:pic>
        <p:nvPicPr>
          <p:cNvPr id="4" name="Content Placeholder 3" descr="diagram">
            <a:extLst>
              <a:ext uri="{FF2B5EF4-FFF2-40B4-BE49-F238E27FC236}">
                <a16:creationId xmlns:a16="http://schemas.microsoft.com/office/drawing/2014/main" id="{A4819279-CC5E-C695-DBB0-21786E3BF5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90837" y="1343818"/>
            <a:ext cx="8658126" cy="4562646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379505B3-1663-4F10-45E9-1BD4B1C78AA1}"/>
              </a:ext>
            </a:extLst>
          </p:cNvPr>
          <p:cNvSpPr/>
          <p:nvPr/>
        </p:nvSpPr>
        <p:spPr>
          <a:xfrm>
            <a:off x="4728972" y="4325112"/>
            <a:ext cx="2624328" cy="1335024"/>
          </a:xfrm>
          <a:prstGeom prst="ellipse">
            <a:avLst/>
          </a:prstGeom>
          <a:noFill/>
          <a:ln w="3810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0CD192-7EAD-362D-03BC-39A3CFC58C0D}"/>
              </a:ext>
            </a:extLst>
          </p:cNvPr>
          <p:cNvSpPr txBox="1"/>
          <p:nvPr/>
        </p:nvSpPr>
        <p:spPr>
          <a:xfrm>
            <a:off x="1290828" y="5906464"/>
            <a:ext cx="534924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i="1" dirty="0"/>
              <a:t>Service Principal for Authentication. Each Service Principal has a Client ID and Client Secret and can request </a:t>
            </a:r>
            <a:r>
              <a:rPr lang="en-US" sz="1400" b="1" i="1" dirty="0" err="1"/>
              <a:t>Oauth</a:t>
            </a:r>
            <a:r>
              <a:rPr lang="en-US" sz="1400" b="1" i="1" dirty="0"/>
              <a:t> tokens for accessing other protected </a:t>
            </a:r>
            <a:r>
              <a:rPr lang="en-US" sz="1400" b="1" i="1" dirty="0" err="1"/>
              <a:t>databricks</a:t>
            </a:r>
            <a:r>
              <a:rPr lang="en-US" sz="1400" b="1" i="1" dirty="0"/>
              <a:t> resources.</a:t>
            </a:r>
            <a:endParaRPr lang="en-IN" sz="1400" b="1" i="1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003A20B-FAE1-C930-8FA3-B5921FEA591B}"/>
              </a:ext>
            </a:extLst>
          </p:cNvPr>
          <p:cNvCxnSpPr/>
          <p:nvPr/>
        </p:nvCxnSpPr>
        <p:spPr>
          <a:xfrm flipH="1">
            <a:off x="4015740" y="5294376"/>
            <a:ext cx="877824" cy="5303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942E6A4-5FD6-A282-30BD-5D2E52EBA90D}"/>
              </a:ext>
            </a:extLst>
          </p:cNvPr>
          <p:cNvCxnSpPr>
            <a:cxnSpLocks/>
          </p:cNvCxnSpPr>
          <p:nvPr/>
        </p:nvCxnSpPr>
        <p:spPr>
          <a:xfrm flipH="1" flipV="1">
            <a:off x="2772156" y="2779776"/>
            <a:ext cx="292608" cy="3749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A02F31DB-A69B-D4E5-6A9B-8B8A45E2EE1B}"/>
              </a:ext>
            </a:extLst>
          </p:cNvPr>
          <p:cNvSpPr txBox="1"/>
          <p:nvPr/>
        </p:nvSpPr>
        <p:spPr>
          <a:xfrm>
            <a:off x="838200" y="2000244"/>
            <a:ext cx="369874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i="1" dirty="0"/>
              <a:t>You can also govern which users can use and manage Databricks Apps with built-in governance and administration.</a:t>
            </a:r>
            <a:endParaRPr lang="en-IN" sz="1400" b="1" i="1" dirty="0"/>
          </a:p>
        </p:txBody>
      </p:sp>
    </p:spTree>
    <p:extLst>
      <p:ext uri="{BB962C8B-B14F-4D97-AF65-F5344CB8AC3E}">
        <p14:creationId xmlns:p14="http://schemas.microsoft.com/office/powerpoint/2010/main" val="4156108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47C95F-A861-511F-D90B-B06BD1571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How Does all this Work?</a:t>
            </a: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2E0BF1D-985F-269C-0BDF-7A47DA39D7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80353" y="1179226"/>
            <a:ext cx="9231293" cy="5194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72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170</Words>
  <Application>Microsoft Office PowerPoint</Application>
  <PresentationFormat>Widescreen</PresentationFormat>
  <Paragraphs>17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What are Databricks Apps?</vt:lpstr>
      <vt:lpstr>Built-in Governance with Databricks Apps</vt:lpstr>
      <vt:lpstr>How Does all this Work?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kuljot bakshi</dc:creator>
  <cp:lastModifiedBy>kuljot bakshi</cp:lastModifiedBy>
  <cp:revision>1</cp:revision>
  <dcterms:created xsi:type="dcterms:W3CDTF">2026-08-22T07:56:48Z</dcterms:created>
  <dcterms:modified xsi:type="dcterms:W3CDTF">2026-08-22T08:18:02Z</dcterms:modified>
</cp:coreProperties>
</file>